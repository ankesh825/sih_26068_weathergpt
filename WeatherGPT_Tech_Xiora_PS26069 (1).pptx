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6" y="400000"/>
            <a:ext cx="11480887" cy="64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am Name"/>
          <p:cNvSpPr txBox="1"/>
          <p:nvPr/>
        </p:nvSpPr>
        <p:spPr>
          <a:xfrm>
            <a:off x="355556" y="70000"/>
            <a:ext cx="1650000" cy="290000"/>
          </a:xfrm>
          <a:prstGeom prst="roundRect">
            <a:avLst>
              <a:gd name="adj" fmla="val 20000"/>
            </a:avLst>
          </a:prstGeom>
          <a:solidFill>
            <a:srgbClr val="FFF2B3"/>
          </a:solidFill>
          <a:ln w="12700">
            <a:solidFill>
              <a:srgbClr val="F0C040"/>
            </a:solidFill>
          </a:ln>
        </p:spPr>
        <p:txBody>
          <a:bodyPr wrap="none" lIns="45720" tIns="0" rIns="45720" bIns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TEAM  Tech_Xiora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atherGPT Technical Approach 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6" y="400000"/>
            <a:ext cx="11480887" cy="64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am Name"/>
          <p:cNvSpPr txBox="1"/>
          <p:nvPr/>
        </p:nvSpPr>
        <p:spPr>
          <a:xfrm>
            <a:off x="355556" y="70000"/>
            <a:ext cx="1650000" cy="290000"/>
          </a:xfrm>
          <a:prstGeom prst="roundRect">
            <a:avLst>
              <a:gd name="adj" fmla="val 20000"/>
            </a:avLst>
          </a:prstGeom>
          <a:solidFill>
            <a:srgbClr val="FFF2B3"/>
          </a:solidFill>
          <a:ln w="12700">
            <a:solidFill>
              <a:srgbClr val="F0C040"/>
            </a:solidFill>
          </a:ln>
        </p:spPr>
        <p:txBody>
          <a:bodyPr wrap="none" lIns="45720" tIns="0" rIns="45720" bIns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TEAM  Tech_Xiora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6" y="400000"/>
            <a:ext cx="11480887" cy="64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am Name"/>
          <p:cNvSpPr txBox="1"/>
          <p:nvPr/>
        </p:nvSpPr>
        <p:spPr>
          <a:xfrm>
            <a:off x="355556" y="70000"/>
            <a:ext cx="1650000" cy="290000"/>
          </a:xfrm>
          <a:prstGeom prst="roundRect">
            <a:avLst>
              <a:gd name="adj" fmla="val 20000"/>
            </a:avLst>
          </a:prstGeom>
          <a:solidFill>
            <a:srgbClr val="FFF2B3"/>
          </a:solidFill>
          <a:ln w="12700">
            <a:solidFill>
              <a:srgbClr val="F0C040"/>
            </a:solidFill>
          </a:ln>
        </p:spPr>
        <p:txBody>
          <a:bodyPr wrap="none" lIns="45720" tIns="0" rIns="45720" bIns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TEAM  Tech_Xiora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6" y="400000"/>
            <a:ext cx="11480887" cy="64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am Name"/>
          <p:cNvSpPr txBox="1"/>
          <p:nvPr/>
        </p:nvSpPr>
        <p:spPr>
          <a:xfrm>
            <a:off x="355556" y="70000"/>
            <a:ext cx="1650000" cy="290000"/>
          </a:xfrm>
          <a:prstGeom prst="roundRect">
            <a:avLst>
              <a:gd name="adj" fmla="val 20000"/>
            </a:avLst>
          </a:prstGeom>
          <a:solidFill>
            <a:srgbClr val="FFF2B3"/>
          </a:solidFill>
          <a:ln w="12700">
            <a:solidFill>
              <a:srgbClr val="F0C040"/>
            </a:solidFill>
          </a:ln>
        </p:spPr>
        <p:txBody>
          <a:bodyPr wrap="none" lIns="45720" tIns="0" rIns="45720" bIns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TEAM  Tech_Xiora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918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6" y="400000"/>
            <a:ext cx="11480887" cy="64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5140"/>
            <a:ext cx="12191999" cy="22860"/>
          </a:xfrm>
          <a:prstGeom prst="rect">
            <a:avLst/>
          </a:prstGeom>
          <a:solidFill>
            <a:srgbClr val="1E7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am Name"/>
          <p:cNvSpPr txBox="1"/>
          <p:nvPr/>
        </p:nvSpPr>
        <p:spPr>
          <a:xfrm>
            <a:off x="355556" y="70000"/>
            <a:ext cx="1650000" cy="290000"/>
          </a:xfrm>
          <a:prstGeom prst="roundRect">
            <a:avLst>
              <a:gd name="adj" fmla="val 20000"/>
            </a:avLst>
          </a:prstGeom>
          <a:solidFill>
            <a:srgbClr val="FFF2B3"/>
          </a:solidFill>
          <a:ln w="12700">
            <a:solidFill>
              <a:srgbClr val="F0C040"/>
            </a:solidFill>
          </a:ln>
        </p:spPr>
        <p:txBody>
          <a:bodyPr wrap="none" lIns="45720" tIns="0" rIns="45720" bIns="0" anchor="ctr"/>
          <a:lstStyle/>
          <a:p>
            <a:pPr algn="ctr"/>
            <a:r>
              <a:rPr lang="en-US" sz="1200" b="1">
                <a:solidFill>
                  <a:srgbClr val="000000"/>
                </a:solidFill>
              </a:rPr>
              <a:t>TEAM  Tech_Xiora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